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47259ce2024d23" /><Relationship Type="http://schemas.openxmlformats.org/officeDocument/2006/relationships/extended-properties" Target="/docProps/app.xml" Id="R972d2fde7a2d426e" /><Relationship Type="http://schemas.openxmlformats.org/officeDocument/2006/relationships/officeDocument" Target="/ppt/presentation.xml" Id="Re6c287befa0d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51f41bd2334583"/>
  </p:sldMasterIdLst>
  <p:notesMasterIdLst>
    <p:notesMasterId xmlns:r="http://schemas.openxmlformats.org/officeDocument/2006/relationships" r:id="Readf6987c0704b87"/>
  </p:notesMasterIdLst>
  <p:sldIdLst>
    <p:sldId xmlns:r="http://schemas.openxmlformats.org/officeDocument/2006/relationships" id="256" r:id="Rfd83fe4b03154048"/>
    <p:sldId xmlns:r="http://schemas.openxmlformats.org/officeDocument/2006/relationships" id="257" r:id="Rc5b8626922ed4394"/>
    <p:sldId xmlns:r="http://schemas.openxmlformats.org/officeDocument/2006/relationships" id="258" r:id="Rd15e94f8b83947e7"/>
    <p:sldId xmlns:r="http://schemas.openxmlformats.org/officeDocument/2006/relationships" id="259" r:id="R508158bb0c584a01"/>
    <p:sldId xmlns:r="http://schemas.openxmlformats.org/officeDocument/2006/relationships" id="260" r:id="R1114fd3994a14219"/>
    <p:sldId xmlns:r="http://schemas.openxmlformats.org/officeDocument/2006/relationships" id="261" r:id="R72ead47001ea477e"/>
    <p:sldId xmlns:r="http://schemas.openxmlformats.org/officeDocument/2006/relationships" id="262" r:id="Rc7a793d0f5f54eaa"/>
    <p:sldId xmlns:r="http://schemas.openxmlformats.org/officeDocument/2006/relationships" id="263" r:id="Ra06d297a3412449a"/>
    <p:sldId xmlns:r="http://schemas.openxmlformats.org/officeDocument/2006/relationships" id="264" r:id="R3a7b53615fa24efc"/>
    <p:sldId xmlns:r="http://schemas.openxmlformats.org/officeDocument/2006/relationships" id="265" r:id="R9ee03d4eb2934383"/>
    <p:sldId xmlns:r="http://schemas.openxmlformats.org/officeDocument/2006/relationships" id="266" r:id="Rc1854dcc713148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3f75a82924218" /><Relationship Type="http://schemas.openxmlformats.org/officeDocument/2006/relationships/slideMaster" Target="/ppt/slideMasters/slideMaster1.xml" Id="R7151f41bd2334583" /><Relationship Type="http://schemas.openxmlformats.org/officeDocument/2006/relationships/notesMaster" Target="/ppt/notesMasters/notesMaster1.xml" Id="Readf6987c0704b87" /><Relationship Type="http://schemas.openxmlformats.org/officeDocument/2006/relationships/presProps" Target="/ppt/presProps.xml" Id="R9e9a3517b1cd46e7" /><Relationship Type="http://schemas.openxmlformats.org/officeDocument/2006/relationships/tableStyles" Target="/ppt/tableStyles.xml" Id="Rfd1ed13cd7644246" /><Relationship Type="http://schemas.openxmlformats.org/officeDocument/2006/relationships/slide" Target="/ppt/slides/slide1.xml" Id="Rfd83fe4b03154048" /><Relationship Type="http://schemas.openxmlformats.org/officeDocument/2006/relationships/slide" Target="/ppt/slides/slide2.xml" Id="Rc5b8626922ed4394" /><Relationship Type="http://schemas.openxmlformats.org/officeDocument/2006/relationships/slide" Target="/ppt/slides/slide3.xml" Id="Rd15e94f8b83947e7" /><Relationship Type="http://schemas.openxmlformats.org/officeDocument/2006/relationships/slide" Target="/ppt/slides/slide4.xml" Id="R508158bb0c584a01" /><Relationship Type="http://schemas.openxmlformats.org/officeDocument/2006/relationships/slide" Target="/ppt/slides/slide5.xml" Id="R1114fd3994a14219" /><Relationship Type="http://schemas.openxmlformats.org/officeDocument/2006/relationships/slide" Target="/ppt/slides/slide6.xml" Id="R72ead47001ea477e" /><Relationship Type="http://schemas.openxmlformats.org/officeDocument/2006/relationships/slide" Target="/ppt/slides/slide7.xml" Id="Rc7a793d0f5f54eaa" /><Relationship Type="http://schemas.openxmlformats.org/officeDocument/2006/relationships/slide" Target="/ppt/slides/slide8.xml" Id="Ra06d297a3412449a" /><Relationship Type="http://schemas.openxmlformats.org/officeDocument/2006/relationships/slide" Target="/ppt/slides/slide9.xml" Id="R3a7b53615fa24efc" /><Relationship Type="http://schemas.openxmlformats.org/officeDocument/2006/relationships/slide" Target="/ppt/slides/slide10.xml" Id="R9ee03d4eb2934383" /><Relationship Type="http://schemas.openxmlformats.org/officeDocument/2006/relationships/slide" Target="/ppt/slides/slide11.xml" Id="Rc1854dcc7131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a583e86d7b4f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0a82bd83444d9" /><Relationship Type="http://schemas.openxmlformats.org/officeDocument/2006/relationships/notesMaster" Target="/ppt/notesMasters/notesMaster1.xml" Id="Rb366f7a46d27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5d116e7754c61" /><Relationship Type="http://schemas.openxmlformats.org/officeDocument/2006/relationships/notesMaster" Target="/ppt/notesMasters/notesMaster1.xml" Id="R0022718ab15548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fba425bc34f1a" /><Relationship Type="http://schemas.openxmlformats.org/officeDocument/2006/relationships/notesMaster" Target="/ppt/notesMasters/notesMaster1.xml" Id="R015d5374dcfa40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1a1f91d5f74ffa" /><Relationship Type="http://schemas.openxmlformats.org/officeDocument/2006/relationships/notesMaster" Target="/ppt/notesMasters/notesMaster1.xml" Id="R2a976bbdba144a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61a202740342eb" /><Relationship Type="http://schemas.openxmlformats.org/officeDocument/2006/relationships/notesMaster" Target="/ppt/notesMasters/notesMaster1.xml" Id="R91532add81d14f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adea3b499451d" /><Relationship Type="http://schemas.openxmlformats.org/officeDocument/2006/relationships/notesMaster" Target="/ppt/notesMasters/notesMaster1.xml" Id="R91787256e7a148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7ea473a3f84da1" /><Relationship Type="http://schemas.openxmlformats.org/officeDocument/2006/relationships/notesMaster" Target="/ppt/notesMasters/notesMaster1.xml" Id="R084d5f14246c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ab0580e8a4c38" /><Relationship Type="http://schemas.openxmlformats.org/officeDocument/2006/relationships/notesMaster" Target="/ppt/notesMasters/notesMaster1.xml" Id="R4e1ccef1c76c4c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bd79667e444a1c" /><Relationship Type="http://schemas.openxmlformats.org/officeDocument/2006/relationships/notesMaster" Target="/ppt/notesMasters/notesMaster1.xml" Id="Rc7b87003f2f24f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39306964984707" /><Relationship Type="http://schemas.openxmlformats.org/officeDocument/2006/relationships/notesMaster" Target="/ppt/notesMasters/notesMaster1.xml" Id="Rdfadf576eff647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d7c82218bf470f" /><Relationship Type="http://schemas.openxmlformats.org/officeDocument/2006/relationships/notesMaster" Target="/ppt/notesMasters/notesMaster1.xml" Id="R5b2b1a33ee5f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reference: 15 Seminar Topics Diploma Computer Engineering, Group 1: Agentic AI: The Evolution from Chatbots to Autonomous AI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Topic reference: 15 Seminar Topics Diploma Computer Engineering, Group 1: Agentic AI: The Evolution from Chatbots to Autonomous AI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Example workflow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Project ideas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Sources: Anthropic, Building effective agents, https://www.anthropic.com/engineering/building-effective-agents (accessed 27 Sep 2026).</a:t>
            </a:r>
          </a:p>
          <a:p xmlns:a="http://schemas.openxmlformats.org/drawingml/2006/main">
            <a:r>
              <a:t>Sources: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b6999717342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5f303d0b149d8" /><Relationship Type="http://schemas.openxmlformats.org/officeDocument/2006/relationships/slideLayout" Target="/ppt/slideLayouts/slideLayout1.xml" Id="R9853397c50774c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53397c50774c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e038ac574cf5" /><Relationship Type="http://schemas.openxmlformats.org/officeDocument/2006/relationships/notesSlide" Target="/ppt/notesSlides/notesSlide1.xml" Id="Rcb7490b42da447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9def5786142c8" /><Relationship Type="http://schemas.openxmlformats.org/officeDocument/2006/relationships/notesSlide" Target="/ppt/notesSlides/notesSlide2.xml" Id="R43dd1f9b6635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e65f1dc254803" /><Relationship Type="http://schemas.openxmlformats.org/officeDocument/2006/relationships/notesSlide" Target="/ppt/notesSlides/notesSlide3.xml" Id="R2af008a86796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c9b70aab841ac" /><Relationship Type="http://schemas.openxmlformats.org/officeDocument/2006/relationships/notesSlide" Target="/ppt/notesSlides/notesSlide4.xml" Id="Rf694a2379f4b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d6b371590415c" /><Relationship Type="http://schemas.openxmlformats.org/officeDocument/2006/relationships/notesSlide" Target="/ppt/notesSlides/notesSlide5.xml" Id="R06884e5e24f546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a2aa3c6214daa" /><Relationship Type="http://schemas.openxmlformats.org/officeDocument/2006/relationships/notesSlide" Target="/ppt/notesSlides/notesSlide6.xml" Id="R37784971f8c44f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a2fcf00564d6e" /><Relationship Type="http://schemas.openxmlformats.org/officeDocument/2006/relationships/notesSlide" Target="/ppt/notesSlides/notesSlide7.xml" Id="Re337c47db0614c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c4c3a90974979" /><Relationship Type="http://schemas.openxmlformats.org/officeDocument/2006/relationships/notesSlide" Target="/ppt/notesSlides/notesSlide8.xml" Id="Rc2ebba04d2784c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10badedbb470d" /><Relationship Type="http://schemas.openxmlformats.org/officeDocument/2006/relationships/notesSlide" Target="/ppt/notesSlides/notesSlide9.xml" Id="R9ef138fa269c43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8052276e34360" /><Relationship Type="http://schemas.openxmlformats.org/officeDocument/2006/relationships/notesSlide" Target="/ppt/notesSlides/notesSlide10.xml" Id="Re1ab7247b9c94a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890b979bf453b" /><Relationship Type="http://schemas.openxmlformats.org/officeDocument/2006/relationships/notesSlide" Target="/ppt/notesSlides/notesSlide11.xml" Id="R70674f84257249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35D71-EE1B-43ED-893F-C9120C5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58E01-265C-4548-9860-7B231E57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B1FC3-D409-45B5-B320-8DAC3FE2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66850"/>
            <a:ext cx="2238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68E3E-2454-485A-8819-F592EB0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1047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C50C8-C22F-4F02-9FFA-BD86ED66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1047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E4EDB-8AF8-40F5-A59D-42FCAB91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047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841E1-C82F-4088-8B8C-38EE598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A126F-A894-41D9-BE51-BE3DEC91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A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1"/>
                </a:solidFill>
                <a:latin typeface="Arial"/>
                <a:ea typeface="Arial"/>
                <a:cs typeface="Arial"/>
              </a:rPr>
              <a:t>The evolution from chatbots to autonomous AI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B7774-ACF7-4B41-ABAB-9191FBC0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2B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2B7C7"/>
                </a:solidFill>
                <a:latin typeface="Arial"/>
                <a:ea typeface="Arial"/>
                <a:cs typeface="Arial"/>
              </a:rPr>
              <a:t>Seminar presentation | Diploma Computer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F3EC8-060A-44C8-BDE0-D26B807F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AF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AF1"/>
                </a:solidFill>
                <a:latin typeface="Arial"/>
                <a:ea typeface="Arial"/>
                <a:cs typeface="Arial"/>
              </a:rPr>
              <a:t>Name: ____________________    Roll No.: __________</a:t>
            </a:r>
          </a:p>
        </p:txBody>
      </p:sp>
    </p:spTree>
    <p:extLst>
      <p:ext uri="{BB962C8B-B14F-4D97-AF65-F5344CB8AC3E}">
        <p14:creationId xmlns:p14="http://schemas.microsoft.com/office/powerpoint/2010/main" val="1411679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C972B-F039-4EB4-AD6B-2516BF2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A5A6D-5943-46BB-9D7A-330A983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conversation to task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B0954-9DF9-4B98-B66A-CC60832C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Agentic AI adds planning and action to the familiar chatbot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C4E4-90FA-4A7E-9905-D9312D8A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4F2D4-86E0-4B8D-A67A-9E60594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B3796-7B1C-4CB2-8935-79829EA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THE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1BFED-8CE3-44AE-A676-57D88552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0F7FB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Chatbot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683C2-708F-431A-B85E-CDFB50A7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Copilot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assists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D01B3-2AAB-4CD3-8D1A-859E55CF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BFE7ED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completes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23BF0-456F-40DF-AFA7-B89D5185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923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Autonomous system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operates with limits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4792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86300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2467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2E02D-A36C-4EFA-B3BD-6F86D833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95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chatbot mainly responds to a prompt. An agent can decide the next step, use approved tools, verify results, and ask for help when a risk or exception appears.</a:t>
            </a:r>
          </a:p>
        </p:txBody>
      </p:sp>
    </p:spTree>
    <p:extLst>
      <p:ext uri="{BB962C8B-B14F-4D97-AF65-F5344CB8AC3E}">
        <p14:creationId xmlns:p14="http://schemas.microsoft.com/office/powerpoint/2010/main" val="1718535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62B3A-4478-477F-B051-17023327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1EC32-B709-43BE-BF26-B4663F47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Chatbot and agent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623A6-0F00-4BA0-A41D-6556511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difference is control over a workflow, not simply better text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7FCCC-77E8-40FE-BED3-E0C448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B328D-CEDD-41FF-B83E-1A6EAA94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04635-4B3C-4EC1-8489-4692F8BB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57BDE-6C3A-4C12-BE29-F05EFF55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D893D-46BB-4BAA-874E-1A5D6C7D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6DFE1-EC80-40C9-B289-715DDD3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5FAF6-81B9-42AA-ACEA-3BE81EA7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240B9-0056-4B1F-A953-B190E322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Answer a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615B4-4948-4222-9616-6C3053CE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Achieve a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20B7A-A88D-4432-B235-E3BEB117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383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Moves beyond one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57DAD-39A1-43DF-9C12-779ED96C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making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E367D-0B1C-4665-A921-24CEE2A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Prompt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D98A5-1BE7-4620-908A-5B61DD75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Chooses steps during a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F9AEF-9BB3-46B4-B80E-7F354289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194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Handles changing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BCD30-ABFC-487A-AE1F-FF69733E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8920E-5857-4659-ABAD-1BB24B9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Usually none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8C903-E65A-41D2-B451-43014DC5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Calls APIs, search, databases, 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3C233-324D-4F52-A655-62773044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Can retrieve and 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963F6-881D-46CE-B491-FC49D4F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EE461-17CD-48F7-AE0F-859503DE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User drives next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75372-D089-4E18-837B-4BC13882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Guardrails define what it may 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C43F5-B2DE-43F6-92DE-090A20EC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C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Keeps actions bounded</a:t>
            </a:r>
          </a:p>
        </p:txBody>
      </p:sp>
    </p:spTree>
    <p:extLst>
      <p:ext uri="{BB962C8B-B14F-4D97-AF65-F5344CB8AC3E}">
        <p14:creationId xmlns:p14="http://schemas.microsoft.com/office/powerpoint/2010/main" val="888721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A662D-B2CC-4C4E-8AFD-B290337A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7FA3D-8C60-4D3F-9B19-1AA5C795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Core components of an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5FD45-069E-461B-9E90-F862C5FF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useful agent joins a reasoning model to data, tools, instructions and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8CAF6-1BF3-4B6E-9186-F71B70B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6A60A-18C6-44B6-86F3-C4352320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28A7B-0FEA-43BA-9D00-7AEF02B6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AGENT ANATOMY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F6D93-9412-4AAF-AE3A-F2A9011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85750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Reasoning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1790A-0916-4C76-BDA2-5D50C396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Instructions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guardrails</a:t>
            </a:r>
          </a:p>
        </p:txBody>
      </p: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3429000" y="2438400"/>
            <a:ext cx="1238250" cy="728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74EDF-53E3-4F1D-AC20-36923DA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context</a:t>
            </a:r>
          </a:p>
        </p:txBody>
      </p: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7524750" y="2438400"/>
            <a:ext cx="904875" cy="728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85B09-D7B1-47B5-B245-BD74DADC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00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Tools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APIs</a:t>
            </a:r>
          </a:p>
        </p:txBody>
      </p:sp>
      <p:cxnSp>
        <p:nvCxnSpPr>
          <p:cNvPr id="29" name=""/>
          <p:cNvCxnSpPr>
            <a:stCxn xmlns:a="http://schemas.openxmlformats.org/drawingml/2006/main" id="12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571875" y="3167063"/>
            <a:ext cx="1095375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4CD0E-D884-4842-B203-9299E74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286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feedback</a:t>
            </a:r>
          </a:p>
        </p:txBody>
      </p:sp>
      <p:cxnSp>
        <p:nvCxnSpPr>
          <p:cNvPr id="31" name=""/>
          <p:cNvCxnSpPr>
            <a:stCxn xmlns:a="http://schemas.openxmlformats.org/drawingml/2006/main" id="14" idx="1"/>
            <a:endCxn xmlns:a="http://schemas.openxmlformats.org/drawingml/2006/main" id="7" idx="5"/>
          </p:cNvCxnSpPr>
          <p:nvPr/>
        </p:nvCxnSpPr>
        <p:spPr>
          <a:xfrm xmlns:a="http://schemas.openxmlformats.org/drawingml/2006/main" flipH="1" flipV="1">
            <a:off x="7106279" y="3554336"/>
            <a:ext cx="1180471" cy="109386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B7C7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8B6CB-FF40-4D5B-9BE6-9CED7AB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19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39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model interprets the goal. The surrounding components give it permitted knowledge, actions and operating limits.</a:t>
            </a:r>
          </a:p>
        </p:txBody>
      </p:sp>
    </p:spTree>
    <p:extLst>
      <p:ext uri="{BB962C8B-B14F-4D97-AF65-F5344CB8AC3E}">
        <p14:creationId xmlns:p14="http://schemas.microsoft.com/office/powerpoint/2010/main" val="688889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46BD0-5412-4F8C-B428-D5E241CE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D7C9A-6074-4CA0-A295-93F2E2B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agent execution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D8966-C611-498A-8751-7E7D10D5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system continues until it reaches a defined completion or escalation condition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25C9B-F94B-4655-B5F6-7BA3A50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5A054-394C-488C-A3F0-9EF96AA5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8E86E-8762-4979-AD99-D56A5ED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WORKFLOW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52FD9-9816-4CFD-89AF-FF434ABF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Understand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A3458-A24F-41A7-91D1-176EBED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86D4-CEFF-464F-B132-AB46C16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 tool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 retrieve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835A0-D913-4659-9A72-7E4F2DC4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2F570-D183-4E62-8943-1DA3B01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714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Respond or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19625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58000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096375" y="29241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5B852-1D1E-43E9-9CFE-F4656B18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Example: An IT support agent reads a ticket, checks the user account, applies an approved reset procedure, verifies the result, and records the outcome.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6F1EC-1C61-4BC9-9719-EEE8CFC7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4536"/>
                </a:solidFill>
                <a:latin typeface="Arial"/>
                <a:ea typeface="Arial"/>
                <a:cs typeface="Arial"/>
              </a:rPr>
              <a:t>A stop condition and human handoff are essential when the request falls outside approved rules.</a:t>
            </a:r>
          </a:p>
        </p:txBody>
      </p:sp>
    </p:spTree>
    <p:extLst>
      <p:ext uri="{BB962C8B-B14F-4D97-AF65-F5344CB8AC3E}">
        <p14:creationId xmlns:p14="http://schemas.microsoft.com/office/powerpoint/2010/main" val="926857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B9509-5A4F-4F24-AD7C-A2D7ECF4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BC1E-8E4B-4316-84BE-3C9B5CB3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Common architectures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00C05-12AA-4367-9B96-B7C8E353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Choose the simplest architecture that can reliably perform the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59F7D-55F4-4875-B9F9-6F4E29B0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D54B4-FA04-48EB-93DE-41D7708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0DAE1-EEBA-4380-8415-26905F1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7622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 agent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model with focused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9527F-6FA6-4D25-947E-541A628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7622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Workflow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Predefined stages and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69035-6FC2-40A6-BE9E-62E663A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7622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Multi-agent system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Specialists coordinated by a 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90C6-277E-420E-8E1A-6701F2A9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Useful for a narrow task with few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B06E8-B6A5-464D-9D58-1EAF11B5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Useful when compliance requires a fixed sequence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FDA8-05B8-42A2-B122-44365FF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24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Useful when tasks need distinct expertise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F2A32-CA32-4B86-B568-7069FAD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Start with a single, well-instructed agent. Add specialization only when evaluation shows a clear benefit.</a:t>
            </a:r>
          </a:p>
        </p:txBody>
      </p:sp>
    </p:spTree>
    <p:extLst>
      <p:ext uri="{BB962C8B-B14F-4D97-AF65-F5344CB8AC3E}">
        <p14:creationId xmlns:p14="http://schemas.microsoft.com/office/powerpoint/2010/main" val="135546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8A8EA-797A-4FE8-BAF6-385697C7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F9B7-AF63-45D9-A750-E025199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Example: Customer support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BC1F-0154-4F04-8C4F-34F7408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controlled agent can handle routine cases while keeping sensitive decisions with people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45482-9696-42A2-AF7B-90AD58BB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1B44B-490A-4E8C-A205-4B41C82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E40D3-5298-4E65-A9A9-1566666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ILLUSTRATIVE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438B0-9631-444F-82AB-1A6B36AF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0F7FB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0B723-ECE6-4236-8FCA-F89C7299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reads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policy and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E124E-C302-45EF-A2E6-45D8810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Approved tool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62A54-56B6-4E13-8E67-A4E211A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33625"/>
            <a:ext cx="176212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Confirmation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 human handoff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4792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86300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24675" y="2752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B7C7"/>
            </a:solidFill>
            <a:prstDash val="solid"/>
            <a:head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8CB12-D430-44CA-8ECF-BE069A0D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Suitable tasks: password reset, order status, appointment changes, document lookup. Sensitive cases: payment disputes, legal decisions, medical guidance and account closure.</a:t>
            </a:r>
          </a:p>
        </p:txBody>
      </p:sp>
    </p:spTree>
    <p:extLst>
      <p:ext uri="{BB962C8B-B14F-4D97-AF65-F5344CB8AC3E}">
        <p14:creationId xmlns:p14="http://schemas.microsoft.com/office/powerpoint/2010/main" val="2099955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1520C-58CB-40F4-A946-DC65AD6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7D6F-CB38-4818-9D2A-92DBFC1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Potential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7C6DD-C615-485C-9C27-B09E8802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Agentic systems can improve work that involves repetitive, multi-step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ECB70-C5F1-49AF-BC58-6F3DE35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7913D-3914-49A4-A7A3-038966E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D2582-0FD2-4F38-9FC3-9E18827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29A8D-34ED-46B4-BDDD-CC7BB5E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478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Faster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E63A8-303D-4E1D-9737-C6BFBF29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288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Handles routine work without waiting for the next manual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EF279-2AA5-4F3D-8684-8663177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D7102-4FC4-4C01-8D08-F08DF716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95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Better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8091E-EAE8-4F1D-8D49-275BD433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765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Combines information from approved sources before responding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8C7D2-C99A-4602-8F4D-BAA0E1F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6F456-38C7-4382-B4E9-6825B09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43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Consistent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5DFCB-8A13-4397-86E1-5E7C571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243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Applies the same rules and documentation every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79111-40D8-4D25-83E6-C37C69BC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FB52E-C50A-435E-87CC-0468756B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Human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C14B8-A61F-4260-9FE1-64AD1103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720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Routes complex or sensitive cases to people with relevant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47D58-01B3-421D-852D-004D1B8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198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4536"/>
                </a:solidFill>
                <a:latin typeface="Arial"/>
                <a:ea typeface="Arial"/>
                <a:cs typeface="Arial"/>
              </a:rPr>
              <a:t>Benefits depend on reliable tools, accurate data and a clear definition of what the agent may do.</a:t>
            </a:r>
          </a:p>
        </p:txBody>
      </p:sp>
    </p:spTree>
    <p:extLst>
      <p:ext uri="{BB962C8B-B14F-4D97-AF65-F5344CB8AC3E}">
        <p14:creationId xmlns:p14="http://schemas.microsoft.com/office/powerpoint/2010/main" val="1787326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B945C-9CDA-444E-8570-4403882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A5AAA-41B4-4D25-8708-4A41B13F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Risks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DD62C-D28B-448F-9C79-FEB25C03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Autonomy increases the need for boundaries, testing and human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57F13-0974-4366-962F-02F55436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80131-2720-4DA4-A5D0-D2BD2F4C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1940C-9A8B-49E5-ACC5-EE902D38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Incorrect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041E9-70A6-47CF-B536-8082D6B7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 tool permissions and require confirmation for high-impact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767E2-A813-47E1-8767-5D84000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Data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FD4B1-686A-47DD-9D59-3F5C36F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access controls, data minimization and audit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683E8-646F-40B6-AFCD-31E8C09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Unreliable reasoning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9B7A2-D710-41FB-B8D1-8AE3D7F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Test realistic cases, measure performance and set escalation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1A42B-F2A2-41AE-8855-1F16573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857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Tool misuse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1C1DE-1AC6-4ADE-AD30-101B165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0"/>
            <a:ext cx="657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 inputs and restrict the scope of every action</a:t>
            </a:r>
          </a:p>
        </p:txBody>
      </p:sp>
    </p:spTree>
    <p:extLst>
      <p:ext uri="{BB962C8B-B14F-4D97-AF65-F5344CB8AC3E}">
        <p14:creationId xmlns:p14="http://schemas.microsoft.com/office/powerpoint/2010/main" val="16283000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1B4FF-E0AC-4F80-B493-77174173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F8E59-DFF7-405F-9F6E-7BAA82B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Relevance for computer engineering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4DBDA-84A5-4DE8-8C81-5FE93F5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Small, testable projects provide a practical entry point into agentic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03337-5A5B-4E8F-B1D5-8E46841D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74DFA-2F7D-4FB1-B685-F58B90CA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E98E0-E936-42C1-B24F-8DB5090C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Campus helpdesk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73A1A-455C-41AE-82D6-394EEEDB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Answers policy questions from a curated document set and hands off unknown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C70B4-31F1-4464-BC5C-A21E328C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968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Lab equipment booking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D2CDD-7DA7-48F5-BCD1-42CB218F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Checks availability, follows booking rules and sends a confirmation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FA032-F3BD-4AF6-B36C-A4F402BB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Placement preparation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5B0B7-72E6-4EF8-B480-D9295496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Creates a study plan from a syllabus and tracks completed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08EFA-AF13-4367-AD9C-F0FB132B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Build safely: begin with read-only information retrieval, log every tool call, then add one approved action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1927859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E25DA-6643-4F80-8EE3-D890E0F4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99EEC-E4D0-48AA-8CEA-50D07458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BA868-8236-45C0-B28D-F8188F13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Agentic AI extends generative AI with planning, tools, feedback and controlled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B1042-604E-423A-8698-6998BBA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F754B-E9F6-4D46-A905-4B9BDF4F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4FA6A-8295-4982-8F09-DD216FCA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FF6C6-A2B1-4F1B-A6F1-DBC21C11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621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 agent manages a goal-driven workflow, while a chatbot mainly produces responses.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7309A-B3B1-49A2-86FC-0841D85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1D9A0-AE8D-4362-B939-94D75F2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Models, tools, instructions and memory form the practical core of an agentic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667A7-27AC-48F5-8099-1496BD99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6C41D-9561-4676-AA20-2D3B629E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simple, well-tested design with clear safeguards is usually the best starting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0CBEC-3DBA-497B-AEDC-31206D2D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986F-533C-4C59-8854-917DD46D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5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2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2B7C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77849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2026-09-26T18:40:48.6490000Z</dcterms:created>
  <dcterms:modified xsi:type="dcterms:W3CDTF">2026-09-26T18:40:48.6490000Z</dcterms:modified>
</coreProperties>
</file>